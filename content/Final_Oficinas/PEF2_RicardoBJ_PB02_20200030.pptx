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3.jpeg" ContentType="image/jpeg"/>
  <Override PartName="/ppt/media/image2.png" ContentType="image/png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027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2998080"/>
            <a:ext cx="9143640" cy="36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80">
            <a:solidFill>
              <a:schemeClr val="lt2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2"/>
          <p:cNvSpPr>
            <a:spLocks noGrp="1"/>
          </p:cNvSpPr>
          <p:nvPr>
            <p:ph type="title"/>
          </p:nvPr>
        </p:nvSpPr>
        <p:spPr>
          <a:xfrm>
            <a:off x="510480" y="1257480"/>
            <a:ext cx="8122680" cy="1588320"/>
          </a:xfrm>
          <a:prstGeom prst="rect">
            <a:avLst/>
          </a:prstGeom>
        </p:spPr>
        <p:txBody>
          <a:bodyPr tIns="91440" bIns="91440" anchor="b">
            <a:noAutofit/>
          </a:bodyPr>
          <a:p>
            <a:pPr algn="ctr"/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pt-BR" sz="4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</a:pPr>
            <a:fld id="{B038911A-2454-4DAD-8FDC-2E996BCAB939}" type="slidenum">
              <a:rPr b="0" lang="en" sz="1000" spc="-1" strike="noStrike">
                <a:solidFill>
                  <a:srgbClr val="ffffff"/>
                </a:solidFill>
                <a:latin typeface="Proxima Nova"/>
                <a:ea typeface="Proxima Nova"/>
              </a:rPr>
              <a:t>4</a:t>
            </a:fld>
            <a:endParaRPr b="0" lang="pt-BR" sz="10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0" y="5045760"/>
            <a:ext cx="9143640" cy="975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Autofit/>
          </a:bodyPr>
          <a:p>
            <a:pPr algn="ctr"/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>
            <a:noAutofit/>
          </a:bodyPr>
          <a:p>
            <a:pPr marL="432000" indent="-324000" algn="ctr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 algn="ctr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 algn="ctr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 algn="ctr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 algn="ctr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p>
            <a:pPr algn="r">
              <a:lnSpc>
                <a:spcPct val="100000"/>
              </a:lnSpc>
            </a:pPr>
            <a:fld id="{C89C7C82-17F6-4D62-AB21-8D8FDBAE5192}" type="slidenum">
              <a:rPr b="0" lang="en" sz="1000" spc="-1" strike="noStrike">
                <a:solidFill>
                  <a:srgbClr val="202729"/>
                </a:solidFill>
                <a:latin typeface="Proxima Nova"/>
                <a:ea typeface="Proxima Nova"/>
              </a:rPr>
              <a:t>&lt;number&gt;</a:t>
            </a:fld>
            <a:endParaRPr b="0" lang="pt-BR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Shape 1"/>
          <p:cNvSpPr txBox="1"/>
          <p:nvPr/>
        </p:nvSpPr>
        <p:spPr>
          <a:xfrm>
            <a:off x="311760" y="744480"/>
            <a:ext cx="8520120" cy="119304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</a:pPr>
            <a:r>
              <a:rPr b="1" lang="en" sz="4800" spc="-1" strike="noStrike">
                <a:solidFill>
                  <a:srgbClr val="ffffff"/>
                </a:solidFill>
                <a:latin typeface="Proxima Nova"/>
                <a:ea typeface="Proxima Nova"/>
              </a:rPr>
              <a:t>Oficinas Instrumentais </a:t>
            </a:r>
            <a:endParaRPr b="1" lang="pt-BR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Shape 2"/>
          <p:cNvSpPr txBox="1"/>
          <p:nvPr/>
        </p:nvSpPr>
        <p:spPr>
          <a:xfrm>
            <a:off x="455760" y="3930480"/>
            <a:ext cx="8520120" cy="8168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</a:pPr>
            <a:r>
              <a:rPr b="0" lang="en" sz="2000" spc="-1" strike="noStrike">
                <a:solidFill>
                  <a:srgbClr val="ffe994"/>
                </a:solidFill>
                <a:latin typeface="Proxima Nova"/>
                <a:ea typeface="Proxima Nova"/>
              </a:rPr>
              <a:t>Ricardo Brandolt Júnior</a:t>
            </a:r>
            <a:endParaRPr b="0" lang="pt-BR" sz="20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" sz="2000" spc="-1" strike="noStrike">
                <a:solidFill>
                  <a:srgbClr val="f3f3f3"/>
                </a:solidFill>
                <a:latin typeface="Proxima Nova"/>
                <a:ea typeface="Proxima Nova"/>
              </a:rPr>
              <a:t>LaPEMID </a:t>
            </a:r>
            <a:endParaRPr b="0" lang="pt-BR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311760" y="24048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</a:pPr>
            <a:r>
              <a:rPr b="0" lang="en" sz="2800" spc="-1" strike="noStrike">
                <a:solidFill>
                  <a:srgbClr val="ffffff"/>
                </a:solidFill>
                <a:latin typeface="Proxima Nova"/>
                <a:ea typeface="Proxima Nova"/>
              </a:rPr>
              <a:t>Edição de Vídeos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3" name="Google Shape;66;p14" descr=""/>
          <p:cNvPicPr/>
          <p:nvPr/>
        </p:nvPicPr>
        <p:blipFill>
          <a:blip r:embed="rId1"/>
          <a:stretch/>
        </p:blipFill>
        <p:spPr>
          <a:xfrm>
            <a:off x="1208880" y="812880"/>
            <a:ext cx="6725880" cy="40010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</a:pPr>
            <a:r>
              <a:rPr b="0" lang="en" sz="2800" spc="-1" strike="noStrike">
                <a:solidFill>
                  <a:srgbClr val="ffffff"/>
                </a:solidFill>
                <a:latin typeface="Proxima Nova"/>
                <a:ea typeface="Proxima Nova"/>
              </a:rPr>
              <a:t>Resultado da Oficina de OpenShot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5" name="Google Shape;72;p15" descr=""/>
          <p:cNvPicPr/>
          <p:nvPr/>
        </p:nvPicPr>
        <p:blipFill>
          <a:blip r:embed="rId1"/>
          <a:stretch/>
        </p:blipFill>
        <p:spPr>
          <a:xfrm>
            <a:off x="2286000" y="1307520"/>
            <a:ext cx="4571640" cy="342864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311760" y="24048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00000"/>
              </a:lnSpc>
            </a:pPr>
            <a:r>
              <a:rPr b="0" lang="en" sz="2800" spc="-1" strike="noStrike">
                <a:solidFill>
                  <a:srgbClr val="ffffff"/>
                </a:solidFill>
                <a:latin typeface="Proxima Nova"/>
                <a:ea typeface="Proxima Nova"/>
              </a:rPr>
              <a:t>Aspectos Marcantes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4752000" y="1149480"/>
            <a:ext cx="4259880" cy="316152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p>
            <a:pPr>
              <a:lnSpc>
                <a:spcPct val="115000"/>
              </a:lnSpc>
            </a:pPr>
            <a:r>
              <a:rPr b="0" lang="en" sz="2500" spc="-1" strike="noStrike">
                <a:solidFill>
                  <a:srgbClr val="ffffff"/>
                </a:solidFill>
                <a:latin typeface="Proxima Nova"/>
                <a:ea typeface="Proxima Nova"/>
              </a:rPr>
              <a:t>Hábitos de Acesso 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</a:pP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</a:pPr>
            <a:r>
              <a:rPr b="0" lang="en" sz="2500" spc="-1" strike="noStrike">
                <a:solidFill>
                  <a:srgbClr val="ffffff"/>
                </a:solidFill>
                <a:latin typeface="Proxima Nova"/>
                <a:ea typeface="Proxima Nova"/>
              </a:rPr>
              <a:t>Aproximação entre Docentes e Estudantes</a:t>
            </a:r>
            <a:endParaRPr b="0" lang="pt-BR" sz="25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Google Shape;79;p16" descr=""/>
          <p:cNvPicPr/>
          <p:nvPr/>
        </p:nvPicPr>
        <p:blipFill>
          <a:blip r:embed="rId1"/>
          <a:stretch/>
        </p:blipFill>
        <p:spPr>
          <a:xfrm>
            <a:off x="196920" y="1149480"/>
            <a:ext cx="4266720" cy="28443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LibreOffice/6.4.3.2$Linux_X86_64 LibreOffice_project/40$Build-2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pt-BR</dc:language>
  <cp:lastModifiedBy/>
  <dcterms:modified xsi:type="dcterms:W3CDTF">2020-07-25T03:11:03Z</dcterms:modified>
  <cp:revision>1</cp:revision>
  <dc:subject/>
  <dc:title/>
</cp:coreProperties>
</file>